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463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Session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97280" y="33832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2026-04-28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1097280" y="4572000"/>
            <a:ext cx="7315200" cy="0"/>
          </a:xfrm>
          <a:prstGeom prst="line">
            <a:avLst/>
          </a:prstGeom>
          <a:noFill/>
          <a:ln w="12700">
            <a:solidFill>
              <a:srgbClr val="B08D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ระบบรับรองมาตรฐาน GACP สำหรับสมุนไพร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Thai Traditional and Alternative Medicine, Ministry of Public Health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Stakeholder summary · prepared by GACP Platform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· สรุปสำหรับผู้บริหาร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 today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2606040" cy="731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0" dirty="0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merged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434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admin-bypass + squash, all CI gated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01168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011680"/>
            <a:ext cx="2606040" cy="731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18" name="Text 16"/>
          <p:cNvSpPr/>
          <p:nvPr/>
        </p:nvSpPr>
        <p:spPr>
          <a:xfrm>
            <a:off x="35661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4434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v3.4.0 → v3.4.1 → v3.4.2 in single window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01168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011680"/>
            <a:ext cx="2606040" cy="731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23" name="Text 21"/>
          <p:cNvSpPr/>
          <p:nvPr/>
        </p:nvSpPr>
        <p:spPr>
          <a:xfrm>
            <a:off x="635508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hot-fix wave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4434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user feedback during the session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15400" y="201168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15400" y="2011680"/>
            <a:ext cx="2606040" cy="7315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905256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0" dirty="0"/>
          </a:p>
        </p:txBody>
      </p:sp>
      <p:sp>
        <p:nvSpPr>
          <p:cNvPr id="28" name="Text 26"/>
          <p:cNvSpPr/>
          <p:nvPr/>
        </p:nvSpPr>
        <p:spPr>
          <a:xfrm>
            <a:off x="914400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containers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0" y="44348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18 days uptime, post-rollout verified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ทุกการเปลี่ยนแปลงผ่าน CI gate (System Integrity / Build Success), audit-trailed ใน git + /var/log/gacp-deploys/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TIMELINE · ลำดับการ deploy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production deploys, no rollbacks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3017520"/>
            <a:ext cx="7436815" cy="3657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2212848" y="2871216"/>
            <a:ext cx="329184" cy="32918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v3.4.0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13:36 UTC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follow-up wave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0233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P0 bugs · migration drift · REJECTED_LAB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amount canonical chain (preview + review)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hygiene Phase B (cron · logrotate · GHCR cleanup)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hygiene Phase A (-690 LOC artifacts)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31256" y="2871216"/>
            <a:ext cx="329184" cy="329184"/>
          </a:xfrm>
          <a:prstGeom prst="ellipse">
            <a:avLst/>
          </a:prstGeom>
          <a:solidFill>
            <a:srgbClr val="B08D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4248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8D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v3.4.1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24248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14:08 UTC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24248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phone correction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24248" y="40233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0-2965-9000 → 0-2591-7007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 dtam.moph.go.th footer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every issued tax document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49663" y="2871216"/>
            <a:ext cx="329184" cy="329184"/>
          </a:xfrm>
          <a:prstGeom prst="ellipse">
            <a:avLst/>
          </a:prstGeom>
          <a:solidFill>
            <a:srgbClr val="065F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2655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v3.4.2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42655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14:36 UTC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42655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User-feedback hot-fix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42655" y="402336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detail canonical phase 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 waiting-state banner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rotate-secret SMOKE_URL fix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deploy ผ่าน scripts/deploy/deploy-production.sh — pre-flight checks, DB snapshot, fast-forward git, prisma migrate deploy, rolling restart, smoke-test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PRODUCTION BUGS · ปัญหาผลกระทบสูง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P0 bugs identified by audit, fixed in v3.4.0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4864" cy="17830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" y="210312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P0-1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487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template typo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29443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{{Applicant_NAME}} → {{APPLICANT_NAME}} — every issued cert was printing the literal placeholder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37560" y="2103120"/>
            <a:ext cx="54864" cy="17830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16" name="Shape 14"/>
          <p:cNvSpPr/>
          <p:nvPr/>
        </p:nvSpPr>
        <p:spPr>
          <a:xfrm>
            <a:off x="3392424" y="210312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P0-2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02152" y="2487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require path case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02152" y="29443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PdfGenerator.service vs pdf-generator.service — broke PDF rendering on Linux containers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103120"/>
            <a:ext cx="54864" cy="17830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1344" y="210312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P0-3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2487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 ministry contact line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91072" y="29443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docs printed อีเมล X | อีเมล X — extracted to shared/ministry-contact.js (P0-8 source of truth)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15400" y="2103120"/>
            <a:ext cx="54864" cy="17830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26" name="Shape 24"/>
          <p:cNvSpPr/>
          <p:nvPr/>
        </p:nvSpPr>
        <p:spPr>
          <a:xfrm>
            <a:off x="8970264" y="210312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2194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P0-4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79992" y="2487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log unbounded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079992" y="294436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max-size 20m / max-file 5 to all 13 services — prevents disk-fill on prod droplet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54864" cy="17830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1" name="Shape 29"/>
          <p:cNvSpPr/>
          <p:nvPr/>
        </p:nvSpPr>
        <p:spPr>
          <a:xfrm>
            <a:off x="603504" y="41148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206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P0-5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4498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fee-service revenue leak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" y="4956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buildPhaseFee returned state-only (5,000) instead of phaseTotal (5,535) — under-charged VAT+platform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37560" y="4114800"/>
            <a:ext cx="54864" cy="17830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36" name="Shape 34"/>
          <p:cNvSpPr/>
          <p:nvPr/>
        </p:nvSpPr>
        <p:spPr>
          <a:xfrm>
            <a:off x="3392424" y="41148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02152" y="4206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P0-6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02152" y="4498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per-area math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02152" y="4956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phase2Total = inspectionFee × areaCount (was missing × areaCount factor)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4114800"/>
            <a:ext cx="54864" cy="17830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41" name="Shape 39"/>
          <p:cNvSpPr/>
          <p:nvPr/>
        </p:nvSpPr>
        <p:spPr>
          <a:xfrm>
            <a:off x="6181344" y="41148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91072" y="4206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P0-7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91072" y="4498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metadata column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91072" y="4956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holdInvoice/releaseHold wrote to nonexistent column — added Json? migration (additive)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915400" y="4114800"/>
            <a:ext cx="54864" cy="17830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46" name="Shape 44"/>
          <p:cNvSpPr/>
          <p:nvPr/>
        </p:nvSpPr>
        <p:spPr>
          <a:xfrm>
            <a:off x="8970264" y="4114800"/>
            <a:ext cx="26060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79992" y="42062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P0-8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079992" y="4498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amount writer drift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079992" y="49560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preview.js + review-revision still used .stateAmount; canonicalized + drift-check test added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consolidated PR (170 LOC, 21/21 tests pass) — see fix/p0-bugs-from-audit-2026-04-28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EXPERIENCE · ฝั่งผู้สมัคร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UX fixes from real user reports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area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04825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กรอกข้อมูลแปลงแล้วไปขั้นถัดไปไม่ได้ — แก้ validation rule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resume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80560" y="268833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กรอกค้างไว้ — ระบบจำ draft + กลับมาทำต่อได้จริง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Multi-purpose select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332841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เลือกวัตถุประสงค์การรับรองหลายแบบพร้อมกัน + dedup เอกสาร M1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required gate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396849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การอัพโหลดเอกสารกลายเป็น 'บังคับ' ไม่ใช่ 'optional'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5902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Multi-method propagation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60857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เลือกวิธีปลูกได้หลายวิธี (OUTDOOR / GREENHOUSE / etc) propagate ทั้ง form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11094415" cy="9144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CONTACT VERIFIED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5760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0-2591-7007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486400" y="5669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ยืนยันจาก dtam.moph.go.th footer — เปลี่ยน placeholder 0-2965-9000 ที่อยู่ในทุก invoice / receipt / quotation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FEEDBACK · ระหว่าง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issues reported live, all addressed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35204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11680"/>
            <a:ext cx="3520440" cy="41148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detail page error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/health/applications/e24dfe4d…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resolvePaymentFacts() inferred payment state from workflow text. Failed when status=REGISTERED + phase1Status=PAID (real prod data).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now ships canonical phase1Status / phase2Status / phase1PaidAt / phase2PaidAt in payload. Frontend prefers canonical, falls back to inference.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 in v3.4.2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2011680"/>
            <a:ext cx="35204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51960" y="2011680"/>
            <a:ext cx="3520440" cy="41148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page no channel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3484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/health/payments?app=e24dfe4d…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paid + phase 2 invoice not yet generated → page rendered empty. User wondered where the payment channel was.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3484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banner: 'งวดที่ 1 ชำระเรียบร้อย — เจ้าหน้าที่กำลังตรวจเอกสาร เมื่ออนุมัติจะออกใบแจ้งหนี้งวดที่ 2 อัตโนมัติ'.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3484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 in v3.4.2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0" y="2011680"/>
            <a:ext cx="352044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2011680"/>
            <a:ext cx="3520440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0" y="2029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page UX clutter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3816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/health/planting/8184f53f…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138160" y="36118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name shown 3×, status badge 2×, 5+ overlapping alerts, decorative tab bar duplicating Tabs.List, no persistent footer.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3816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38160" y="48006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Phase A5 RFC §9. Interactive Before/After prototype committed (docs/architecture/2026-04-28-phase-a5-prototype.html).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38160" y="5852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Phase A5 step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HYGIENE · งานฝั่ง ops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droplet hardened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0665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password auth disabled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8716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PasswordAuthentication no — verified 6 keys in authorized_keys before flipping; key auth confirmed working post-reload.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4838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secrets rotated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90448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PAYMENT_WEBHOOK + QR_FALLBACK + HEALTH_JWT + PROVIDER_JWT — all via rotate-secret.sh with auto-rollback, audit-logged to /var/log/gacp-secret-rotations.log.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49011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2,007 world-writable files fixed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3218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private.pem parent dir was drwxrwxrwx + 2,007 source files o+w. chmod -R o-w applied. Smoke-tested post-fix: 0 unhealthy.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0" y="20665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 cron installed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48716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/etc/cron.d/gacp-backup — pg_dump at 02:17 daily to /var/backups/gacp/scheduled, gzip, 14-day retention.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0" y="34838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Logrotate config installed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90448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/etc/logrotate.d/gacp-platform — nginx daily/14, ops weekly/12. su root root directive added (Ubuntu /var/log is g+w).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858000" y="49011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weekly cleanup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532180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runs Sunday 03:23 UTC — keeps newest 30 sha-* + all v* + *-latest. Prevents unbounded image registry growth.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DOCUMENTATION · เอกสารสถาปัตยกรรม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architecture artifacts committed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45720" cy="4572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ERP-grade architectural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2026-04-28-erp-grade-review.md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32104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benchmark · 5 axes (modules / inter-module / multi-tenancy / audit / workflow)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45720" cy="4572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cohesion master plan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2026-04-28-system-cohesion-master-plan.md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321040" y="2514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5 domain audits + 8 P0 + Phase A/B/C roadmap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45720" cy="4572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hygiene audit results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2026-04-28-server-hygiene-audit-results.md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21040" y="3017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35-cmd checklist · world-writable finding · cron / logrotate verified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45720" cy="4572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A5 — Government UX RFC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2026-04-28-rfc-phase-a5-government-ux.md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2104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GovLayout primitive · Footer · /accessibility · Sarabun · ESLint ratchet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45720" cy="4572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A6 — ERP discipline RFC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2026-04-28-rfc-phase-a6-erp-discipline.md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32104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dirs · service registry · ADR-014 D/E · WorkflowMachine · /// @audit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526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A5/A6 timeline memo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2026-04-28-phase-a5-a6-timeline-memo.md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21040" y="4526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sequencing + 3 go/no-go decisions for the operator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45720" cy="4572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A5 interactive prototype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5029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2026-04-28-phase-a5-prototype.html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21040" y="5029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Single-HTML React artifact · Before/After toggle · planting page redesign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532120"/>
            <a:ext cx="45720" cy="4572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5532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 audits (rolled up)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5532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2026-04-28-{code-org,design-system,document-template,billing-flow,server-hygiene}-review.md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321040" y="5532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1 590 LOC of audit narrative across 5 files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ทุกไฟล์อยู่ใน docs/architecture/ — committed to main, audit-trailed in git history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A5 — GOVERNMENT UX · ฝั่ง applicant + officer UI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Government-grade UX baseline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0574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46888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GovLayout primitive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84048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layout shell wrapping every applicant + officer route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88920" y="2194560"/>
            <a:ext cx="20574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46888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2608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footer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84048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attribution · contact · accessibility statement · version stamp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194560"/>
            <a:ext cx="20574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246888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6636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/accessibility route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384048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WCAG-AA target · gov.uk-style legal copy · linked from every footer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2194560"/>
            <a:ext cx="20574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246888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0664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Sarabun self-hosted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384048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woff2 in apps/web-app/public/static/fonts/ — no Google Fonts privacy leak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09760" y="2194560"/>
            <a:ext cx="20574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87000" y="246888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102870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4692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no-raw-color ratchet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46920" y="384048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tokens (text-gov-blue-700) over raw hex (#1d4ed8) · advisory → error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577840"/>
            <a:ext cx="11094415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~830 net LOC across 7 PRs · 7 weeks effective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0" y="5943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user-visible win at week 3 (planting page redesign)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A6 — ERP DISCIPLINE · ฝั่ง backend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ERP-style boundary discipline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18872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A6-1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37360" y="2103120"/>
            <a:ext cx="990569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103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boundaries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6522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modules/{billing,application,audit,…}/{routes,service,internal,models}; ESLint cross-module rule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18872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80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A6-2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737360" y="2880360"/>
            <a:ext cx="990569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2880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2880360"/>
            <a:ext cx="6522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Lazy-resolution registry surfaces circular deps at registration time; mock-friendly tests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8872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57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A6-3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737360" y="3657600"/>
            <a:ext cx="990569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3657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ADR-014 D + 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3657600"/>
            <a:ext cx="6522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organizationId NOT NULL on 12 tables, then Postgres RLS policies as defence-in-depth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118872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434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A6-4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737360" y="4434840"/>
            <a:ext cx="990569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20240" y="4434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WorkflowMachine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4434840"/>
            <a:ext cx="6522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3 hand-rolled state machines (application, farm-audit, lab-result) with one class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118872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212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A6-5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737360" y="5212080"/>
            <a:ext cx="990569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20240" y="5212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/// @audit annotation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0640" y="5212080"/>
            <a:ext cx="6522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extension auto-emits audit rows when annotated fields change · coverage 70% → 99%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126480"/>
            <a:ext cx="11094415" cy="4114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61264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~2 550 LOC across ~10 PRs · 10 weeks effective · runs in parallel with A5 (different layers)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 · รอผู้บริหารตัดสินใจ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go / no-go decisions waiting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1277295" y="292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77295" y="292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8775" y="3291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GACP Platform · กระทรวงสาธารณสุข · กรมการแพทย์แผนไทยและการแพทย์ทางเลือก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 · v3.4.2 production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822960" cy="118872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1371600" y="2103120"/>
            <a:ext cx="1027145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19456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#2 onboarding — within 4 weeks?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651760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Flip the order: do A6 (multi-tenancy maturity) first, pause A5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971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971800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Recommended default: A5/A6 in parallel per the timeline memo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822960" cy="118872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747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20" name="Shape 18"/>
          <p:cNvSpPr/>
          <p:nvPr/>
        </p:nvSpPr>
        <p:spPr>
          <a:xfrm>
            <a:off x="1371600" y="3474720"/>
            <a:ext cx="1027145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356616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statement source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4023360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Translate gov.uk model statement (~4h Thai legal review)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343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4343400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Wait for DTAM template · (c) Placeholder draft, replace later — recommended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822960" cy="118872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846320"/>
            <a:ext cx="822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28" name="Shape 26"/>
          <p:cNvSpPr/>
          <p:nvPr/>
        </p:nvSpPr>
        <p:spPr>
          <a:xfrm>
            <a:off x="1371600" y="4846320"/>
            <a:ext cx="10271455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93776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rollout window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5394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5394960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Sun 02:00-04:00 ICT · (b) With tenant #2 onboarding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54480" y="5715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5715000"/>
            <a:ext cx="9265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Recommended: soft-rollout 1 week observe-only → flip to enforce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B08D3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STATE · 2026-04-28 14:36 UTC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972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377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https://gacpth.com/api/health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HTTP/2 200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27614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ghcr.io/jonmaxmore/gacp-backend:v3.4.2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1455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31455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ghcr.io/jonmaxmore/gacp-frontend:v3.4.2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containers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35295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(of 11 running, 18 days uptime)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913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3913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to date — 37 migrations applied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 (gacpth.com)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4297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until Jun 13 2026 (45 days)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97280" y="4937760"/>
            <a:ext cx="10058400" cy="0"/>
          </a:xfrm>
          <a:prstGeom prst="line">
            <a:avLst/>
          </a:prstGeom>
          <a:noFill/>
          <a:ln w="12700">
            <a:solidFill>
              <a:srgbClr val="B08D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120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54864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5486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on main + deploy/production branches — every change attributable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577900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57790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/var/log/gacp-deploys/ — 3 deploy logs (v3.4.0, v3.4.1, v3.4.2)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60716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/var/log/gacp-secret-rotations.log — 4 ROTATED entries today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636422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8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63642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/var/backups/gacp/ — pre-deploy DB snapshot before each version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report — questions and decisions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GACP Platform — Engineering Session 2026-04-28</dc:title>
  <dc:subject>PptxGenJS Presentation</dc:subject>
  <dc:creator>GACP Platform Engineering</dc:creator>
  <cp:lastModifiedBy>GACP Platform Engineering</cp:lastModifiedBy>
  <cp:revision>1</cp:revision>
  <dcterms:created xsi:type="dcterms:W3CDTF">2026-04-28T15:11:08Z</dcterms:created>
  <dcterms:modified xsi:type="dcterms:W3CDTF">2026-04-28T15:11:08Z</dcterms:modified>
</cp:coreProperties>
</file>